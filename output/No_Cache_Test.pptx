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1F2937"/>
                </a:solidFill>
                <a:latin typeface="Calibri"/>
              </a:rPr>
              <a:t>BSH ve Rakipleri Medya Analizi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0">
                <a:solidFill>
                  <a:srgbClr val="2563EB"/>
                </a:solidFill>
                <a:latin typeface="Calibri"/>
              </a:rPr>
              <a:t>November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6B7280"/>
                </a:solidFill>
                <a:latin typeface="Calibri"/>
              </a:rPr>
              <a:t>Beyaz Eşya Sektörü - Medya Takip Raporu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  <a:latin typeface="Calibri"/>
              </a:rPr>
              <a:t>Rapor Tarihi: 2025-11-30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Yönetici Özeti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Total Net Etki: 946,748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Average Net Etki: 9,467.5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Total Erişim: 5,416,638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39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📊 Average Erişim: 54,166.4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8229600" cy="4572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latin typeface="Calibri"/>
              </a:defRPr>
            </a:pPr>
            <a:r>
              <a:t>⭐ Highest Net Etki: Arçelik (19,907)</a:t>
            </a:r>
          </a:p>
        </p:txBody>
      </p:sp>
      <p:pic>
        <p:nvPicPr>
          <p:cNvPr id="9" name="Picture 8" descr="tmp7rn5wj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Medya Kapsam Analizi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534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Firma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Net Etki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Reklam Eşdeğeri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19,907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86,233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1,729.56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19,828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77,154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8,618.77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54,308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5,454.56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19,566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93,230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5,675.53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71,148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9,702.75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18,947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53,901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9,108.74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6,086.33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18,568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76,577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8,216.69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57,412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6,852.53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18,146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41,427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3,460.28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81,286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4,379.87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7,746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7,145.35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27,707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1,858.71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17,387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39,995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8,547.49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63,317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3,494.01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16,585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92,955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9,605.69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16,481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91,530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8,481.50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16,069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64,000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5,393.54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15,669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93,370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4,958.37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15,614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90,649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6,864.39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91,551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7,770.95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15,453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48,964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4,944.45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40,576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8,790.56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15,131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56,844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4,384.08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14,981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54,640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3,202.50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14,920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85,965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298.61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14,724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71,031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7,408.48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14,555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55,450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7,050.46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57,217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3,888.88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14,310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43,991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4,530.47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66,835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3,047.35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13,025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51,629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3,367.90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12,853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39,338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2,400.32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12,652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94,844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2,198.50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12,082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9,441.27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11,706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41,819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9,494.13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8,470.21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11,570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16,740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7,439.83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11,457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67,247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2,311.45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11,362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51,143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3,438.92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72,815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7,318.12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10,217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70,664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5,521.95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4,805.56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92,411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4,193.51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95,948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3,972.32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9,360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43,626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9,062.70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9,322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92,589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8,126.07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9,276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33,131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9,506.58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21,424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5,183.47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8,977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72,925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3,323.26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37,297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9,810.59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8,612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67,679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6,609.51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8,554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53,821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1,866.72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8,468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31,023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7,850.29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17,798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6,446.26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8,033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80,067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8,003.34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2,419.31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7,973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90,911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9,704.80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97,647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2,841.61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7,162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82,911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4,129.42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5,682.67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6,856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60,927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1,993.66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25,784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9,928.65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6,701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18,675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5,458.37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99,012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8,207.95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6,552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38,604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5,294.33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6,293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37,607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6,681.70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6,266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10,465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609.06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47,806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6,834.57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5,686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36,470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2,408.79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5,632.61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5,321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36,649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401.56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4,537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78,751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568.66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4,416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70,005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9,766.39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21,550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4,475.68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4,191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48,660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7,395.88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4,156.33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3,500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7,412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3,874.84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41,453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8,513.47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3,197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11,623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2,919.08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77,928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2,343.54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2,874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19,787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2,891.77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2,858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87,883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4,753.81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2,798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82,828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9,660.02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35,009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4,864.00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53,372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3,403.37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80,676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2,121.93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69,358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9,927.60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86,971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8,653.30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2,019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36,994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2,365.54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1,746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20,587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6,177.88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1,075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44,416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9,723.40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64,930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8,441.72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27,930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5,759.90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Arçelik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668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70,714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9,139.99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459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51,522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3,955.62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Profilo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38,876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8,850.13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297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33,005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1,543.00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534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54,675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439.80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BSH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58,864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5,093.30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tmpz1u5007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0"/>
            <a:ext cx="4114800" cy="2560320"/>
          </a:xfrm>
          <a:prstGeom prst="rect">
            <a:avLst/>
          </a:prstGeom>
        </p:spPr>
      </p:pic>
      <p:pic>
        <p:nvPicPr>
          <p:cNvPr id="6" name="Picture 5" descr="tmpqfyir20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840480"/>
            <a:ext cx="39319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Algı Analizi</a:t>
            </a:r>
          </a:p>
        </p:txBody>
      </p:sp>
      <p:pic>
        <p:nvPicPr>
          <p:cNvPr id="4" name="Picture 3" descr="tmpy2yki4z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2976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🔄 Arçelik leads Vestel by 79 (0.4%) in Net Etki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🏆 Top 3 in Net Etki: Arçelik, Vestel, Arçelik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Medya Türü Dağılımı</a:t>
            </a:r>
          </a:p>
        </p:txBody>
      </p:sp>
      <p:pic>
        <p:nvPicPr>
          <p:cNvPr id="4" name="Picture 3" descr="tmp5nrv7d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743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114800"/>
          <a:ext cx="8229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Medya Tür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Net Etki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Gazete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19,907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86,233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Gazete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19,828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77,154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Blog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54,308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Radyo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19,566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93,230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Radyo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19,253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71,148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2937"/>
                </a:solidFill>
                <a:latin typeface="Calibri"/>
              </a:rPr>
              <a:t>Coğrafi Dağılım</a:t>
            </a:r>
          </a:p>
        </p:txBody>
      </p:sp>
      <p:pic>
        <p:nvPicPr>
          <p:cNvPr id="4" name="Picture 3" descr="tmphhagczm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743200"/>
          </a:xfrm>
          <a:prstGeom prst="rect">
            <a:avLst/>
          </a:prstGeom>
        </p:spPr>
      </p:pic>
      <p:pic>
        <p:nvPicPr>
          <p:cNvPr id="5" name="Picture 4" descr="tmpx9mg9px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4114800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4114800"/>
            <a:ext cx="39319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200">
                <a:latin typeface="Calibri"/>
              </a:defRPr>
            </a:pPr>
            <a:r>
              <a:t>1. Highest Net Etki: BURSA (19,907)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