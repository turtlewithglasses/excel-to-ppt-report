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7C3AED"/>
                </a:solidFill>
                <a:latin typeface="Calibri"/>
              </a:rPr>
              <a:t>Sanofi ve Rakipleri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1F2937"/>
                </a:solidFill>
                <a:latin typeface="Calibri"/>
              </a:rPr>
              <a:t>Medya Analizi Raporu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Calibri"/>
              </a:rPr>
              <a:t>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  <a:latin typeface="Calibri"/>
              </a:rPr>
              <a:t>İlaç Sektörü - Medya Takip Raporu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Yönetici Özeti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5720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TOTAL: 476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8229600" cy="45720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TOTAL: 39.7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8229600" cy="45720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OLUMLU: 294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399"/>
            <a:ext cx="8229600" cy="45720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OLUMLU: 24.5</a:t>
            </a:r>
          </a:p>
        </p:txBody>
      </p:sp>
      <p:pic>
        <p:nvPicPr>
          <p:cNvPr id="8" name="Picture 7" descr="tmpq0_egf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8229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Firma Karşılaştırması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2508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FİRMALAR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OLUMLU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OLUMSUZ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JOHNSON &amp; JOHNSON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ROCHE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NOVO NORDISK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NOVARTIS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ASTRAZENECA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İLKO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ABDİ İBRAHİM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SANOFI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ECZACIBAŞI İLAÇ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PFIZER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AMGEN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BAYER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JOHNSON &amp; JOHNSON leads ROCHE by 0 (0.0%) in TOTAL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ROCHE leads JOHNSON &amp; JOHNSON by 1 (2.3%) in OLUMLU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TOTAL: JOHNSON &amp; JOHNSON, ROCHE, NOVO NORDISK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OLUMLU: ROCHE, JOHNSON &amp; JOHNSON, NOVO NORDISK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Algı Dağılımı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[STACKED_COLUMN Chart]</a:t>
            </a:r>
            <a:br/>
            <a:r>
              <a:t>No data available</a:t>
            </a:r>
          </a:p>
        </p:txBody>
      </p:sp>
      <p:pic>
        <p:nvPicPr>
          <p:cNvPr id="5" name="Picture 4" descr="tmpaol4rt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4114800" cy="1828800"/>
          </a:xfrm>
          <a:prstGeom prst="rect">
            <a:avLst/>
          </a:prstGeom>
        </p:spPr>
      </p:pic>
      <p:pic>
        <p:nvPicPr>
          <p:cNvPr id="6" name="Picture 5" descr="tmpi_pytux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572000"/>
            <a:ext cx="39319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Önde Gelen Firmalar</a:t>
            </a:r>
          </a:p>
        </p:txBody>
      </p:sp>
      <p:pic>
        <p:nvPicPr>
          <p:cNvPr id="4" name="Picture 3" descr="tmptb660t3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latin typeface="Calibri"/>
              </a:defRPr>
            </a:pPr>
            <a:r>
              <a:t>1. Highest TOTAL: JOHNSON &amp; JOHNSON (67)</a:t>
            </a:r>
          </a:p>
          <a:p>
            <a:pPr>
              <a:spcAft>
                <a:spcPts val="800"/>
              </a:spcAft>
              <a:defRPr sz="1400">
                <a:latin typeface="Calibri"/>
              </a:defRPr>
            </a:pPr>
            <a:r>
              <a:t>2. Top 3 in TOTAL: JOHNSON &amp; JOHNSON, ROCHE, NOVO NORDISK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Pazar Görünürlüğü</a:t>
            </a:r>
          </a:p>
        </p:txBody>
      </p:sp>
      <p:pic>
        <p:nvPicPr>
          <p:cNvPr id="4" name="Picture 3" descr="tmp7nb1mjr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2004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5720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FİRMALAR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OLUMLU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OLUMSUZ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JOHNSON &amp; JOHNSON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ROCHE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NOVO NORDISK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NOVARTIS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ASTRAZENECA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