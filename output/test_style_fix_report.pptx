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solidFill>
            <a:srgbClr val="55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879,118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557.15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92,927.97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140,244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696,520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1,174.64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114,670.11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177,009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1,159,995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987.96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118,499.70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190,272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1,286,293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1,066.00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116,874.59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209,839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1,394,712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1,304.85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118,150.87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229,384</a:t>
                      </a:r>
                    </a:p>
                  </a:txBody>
                  <a:tcPr>
                    <a:solidFill>
                      <a:srgbClr val="000000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[COLUMN Chart]</a:t>
            </a:r>
            <a:br/>
            <a:r>
              <a:t>No data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[BAR Chart]</a:t>
            </a:r>
            <a:br/>
            <a:r>
              <a:t>No data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[PIE Chart]</a:t>
            </a:r>
            <a:br/>
            <a:r>
              <a:t>No data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[LINE Chart]</a:t>
            </a:r>
            <a:br/>
            <a:r>
              <a:t>No data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jh61fo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