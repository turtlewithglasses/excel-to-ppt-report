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DC2626"/>
                </a:solidFill>
                <a:latin typeface="Calibri"/>
              </a:rPr>
              <a:t>SOCAR TÜRKİYE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F2937"/>
                </a:solidFill>
                <a:latin typeface="Calibri"/>
              </a:rPr>
              <a:t>Aylık Medya Yansıma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0">
                <a:solidFill>
                  <a:srgbClr val="DC2626"/>
                </a:solidFill>
                <a:latin typeface="Calibri"/>
              </a:rPr>
              <a:t>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Enerji Sektörü - Medya İzleme ve Analiz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Toplam Haber: 1,369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Toplam Haber: 62.2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3,322,540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399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195,443.5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8229600" cy="457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Toplam Haber: nan (104)</a:t>
            </a:r>
          </a:p>
        </p:txBody>
      </p:sp>
      <p:pic>
        <p:nvPicPr>
          <p:cNvPr id="9" name="Picture 8" descr="tmpgfthom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926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6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1928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tmpmjirtd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pic>
        <p:nvPicPr>
          <p:cNvPr id="6" name="Picture 5" descr="tmp0gb6ff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9319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[STACKED_BAR Chart]</a:t>
            </a:r>
            <a:br/>
            <a:r>
              <a:t>No 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nan leads nan by 3 (3.0%) in Toplam Haber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⭐ Highest Toplam Haber: nan (104)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Bölgesel Dağılım</a:t>
            </a:r>
          </a:p>
        </p:txBody>
      </p:sp>
      <p:pic>
        <p:nvPicPr>
          <p:cNvPr id="4" name="Picture 3" descr="tmpr5z0jt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2976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Bölge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Analizi</a:t>
            </a:r>
          </a:p>
        </p:txBody>
      </p:sp>
      <p:pic>
        <p:nvPicPr>
          <p:cNvPr id="4" name="Picture 3" descr="tmp5cmrn2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bl0rfj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Toplam Haber: Radyo (104)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2. Top 3 in Toplam Haber: Radyo, Basın, Sosyal Medya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Etki Özeti</a:t>
            </a:r>
          </a:p>
        </p:txBody>
      </p:sp>
      <p:pic>
        <p:nvPicPr>
          <p:cNvPr id="4" name="Picture 3" descr="tmp7wfkpk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560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931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939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Toplam Haber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Kurumsal Haberler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211,645.00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43,304.00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Ortaklıklar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88,455.00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37,853.00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Finansal Sonuçlar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77,712.00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37,300.00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Sosyal Sorumluluk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426,550.00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30,664.00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İnsan Kaynakları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354,631.00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29,011.00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Yatırımlar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153,442.00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27,152.00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Ürün ve Hizmetler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449,560.00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16,334.00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Çevre ve Enerji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176,419.00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939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