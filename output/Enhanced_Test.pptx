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3hjxbvz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h_lbxa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4dyz8v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2bq603p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d3kq61l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2zyac1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oys4ti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