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2.22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22.12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33,450.00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14.40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113.61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23,339,276.00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41,563.39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2,171,708.32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12,644,185.00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9,878.17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599,274.23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18,168,330.00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626.69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150,388.27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12,695,127.00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23,122.17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3,440,608.29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2,390,687.00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1,736.71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275,679.95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68,000.00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194.56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38,787.00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1,514,038.00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1,062.73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139,662.36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6,041,704.00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708.99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58,738.25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13,564,903.00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8,895.85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381,393.78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9,236,018.00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1,414.24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239,807.07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j_tts2u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fgdqcs9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y5taez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ygwbqm5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yjjklj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