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49,920.00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805,571.00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2,444,844.00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3,234,329.00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937,459.00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502,957.00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226,156.00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706,486.00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200,960.00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5,280.00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142,460.00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466,510.00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1,213,355.00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133,587.00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506,720.00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213,372.00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83,427.00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1,615,555.00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bce6xj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v_y8yg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Yüzdelik Dağılım</a:t>
            </a:r>
          </a:p>
        </p:txBody>
      </p:sp>
      <p:pic>
        <p:nvPicPr>
          <p:cNvPr id="4" name="Picture 3" descr="tmpm0hggir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mhk9wy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Medya Türüne Göre Dağılım</a:t>
            </a:r>
          </a:p>
        </p:txBody>
      </p:sp>
      <p:pic>
        <p:nvPicPr>
          <p:cNvPr id="4" name="Picture 3" descr="tmp0_n9q0r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