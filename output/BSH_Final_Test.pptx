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1F2937"/>
                </a:solidFill>
                <a:latin typeface="Calibri"/>
              </a:rPr>
              <a:t>BSH ve Rakipleri Medya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2563EB"/>
                </a:solidFill>
                <a:latin typeface="Calibri"/>
              </a:rPr>
              <a:t>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Beyaz Eşya Sektörü - Medya Takip Raporu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Rapor Tarihi: 2025-11-30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Net Etki: 946,748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Net Etki: 9,467.5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Erişim: 5,416,638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39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Erişim: 54,166.4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⭐ Highest Net Etki: Arçelik (19,907)</a:t>
            </a:r>
          </a:p>
        </p:txBody>
      </p:sp>
      <p:pic>
        <p:nvPicPr>
          <p:cNvPr id="9" name="Picture 8" descr="tmpg2z61b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Kapsam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534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1,729.56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8,618.77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5,454.56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5,675.53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18,947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53,901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9,108.74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6,086.33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18,568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76,577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8,216.69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6,852.53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3,460.28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4,379.87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7,145.35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1,858.71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17,387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39,995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8,547.49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3,494.01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16,585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92,955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9,605.69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8,481.50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5,393.54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4,958.37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6,864.39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7,770.95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15,453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4,944.45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8,790.56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4,384.08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85,965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298.61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7,408.48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14,555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55,450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7,050.46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3,888.88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43,991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4,530.47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3,047.35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51,629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3,367.90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12,652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2,198.50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9,441.27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41,819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9,494.13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8,470.21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7,439.83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2,311.45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51,143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3,438.92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7,318.12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70,664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5,521.95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4,805.56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92,411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4,193.51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3,972.32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43,626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9,062.70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8,126.07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9,506.58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5,183.47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72,925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3,323.26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67,679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6,609.51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1,866.72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31,023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7,850.29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6,446.26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8,003.34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2,419.31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7,973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9,704.80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2,841.61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4,129.42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5,682.67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60,927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1,993.66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18,675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5,458.37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99,012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8,207.95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5,294.33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6,681.70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609.06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6,834.57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36,470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2,408.79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5,632.61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5,321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401.56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568.66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9,766.39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4,475.68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48,660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7,395.88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4,156.33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3,874.84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8,513.47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2,919.08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2,343.54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2,891.77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4,753.81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9,660.02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53,372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3,403.37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2,121.93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69,358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9,927.60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8,653.30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2,365.54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6,177.88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9,723.40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27,930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5,759.90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9,139.99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51,522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3,955.62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8,850.13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439.80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58,864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5,093.30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mpblqqud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4114800" cy="2560320"/>
          </a:xfrm>
          <a:prstGeom prst="rect">
            <a:avLst/>
          </a:prstGeom>
        </p:spPr>
      </p:pic>
      <p:pic>
        <p:nvPicPr>
          <p:cNvPr id="6" name="Picture 5" descr="tmpp34ohs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Analizi</a:t>
            </a:r>
          </a:p>
        </p:txBody>
      </p:sp>
      <p:pic>
        <p:nvPicPr>
          <p:cNvPr id="4" name="Picture 3" descr="tmpsp_3bc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Arçelik leads Vestel by 79 (0.4%) in Net Etki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Net Etki: Arçelik, Vestel, Arçelik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Türü Dağılımı</a:t>
            </a:r>
          </a:p>
        </p:txBody>
      </p:sp>
      <p:pic>
        <p:nvPicPr>
          <p:cNvPr id="4" name="Picture 3" descr="tmp_nu8_4g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Medya Tür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Blog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Coğrafi Dağılım</a:t>
            </a:r>
          </a:p>
        </p:txBody>
      </p:sp>
      <p:pic>
        <p:nvPicPr>
          <p:cNvPr id="4" name="Picture 3" descr="tmpdcufior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pic>
        <p:nvPicPr>
          <p:cNvPr id="5" name="Picture 4" descr="tmpzgw4oq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1. Highest Net Etki: BURSA (19,907)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