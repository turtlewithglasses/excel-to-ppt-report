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h5hnm1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klbu1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an44s8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rkx4fz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oy4olsr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b_us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ea094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